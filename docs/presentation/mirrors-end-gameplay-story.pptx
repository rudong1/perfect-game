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本页介绍《镜尽余色》的三个核心玩法。</a:t>
            </a:r>
          </a:p>
          <a:p>
            <a:r>
              <a:t>第一，按 M 让画面和重力一起上下翻转；倒影与主角重力相反，延迟 0.42 秒继承水平移动，但不共享跳跃。利用“先越过、再折返”的走位，让本体和倒影在同一时刻压住各自的踏板。</a:t>
            </a:r>
          </a:p>
          <a:p>
            <a:r>
              <a:t>第二，A/D 推动立镜，E 穿镜；出口关于立镜的水平位置反射，因此推镜就会改变落点。</a:t>
            </a:r>
          </a:p>
          <a:p>
            <a:r>
              <a:t>第三，后期让影子依次激活专属封印，再调整镜面接通红绿蓝光路，最终仍需两人配合开门。</a:t>
            </a:r>
          </a:p>
          <a:p>
            <a:r>
              <a:t>世界从无色走向红、蓝、绿，共四关，只收集三种颜色。配图来自当前版本的真实场景，截图时仅隐藏 HUD 与悬浮提示。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很久以前，darksky 掉进镜面世界。她走遍了教堂，却找不到出口；漫长的等待夺走了她的色彩与身体。后来，她等来了主角，化作与主角相同的银发倒影，陪她寻找颜色。</a:t>
            </a:r>
          </a:p>
          <a:p>
            <a:r>
              <a:t>她以为找回颜色就能成为活人，可出口只回应主角，光依然穿过她的掌心。她并不是不曾珍惜陪伴，而是太害怕再度被留下，终于让相伴的脚步变成了追赶。</a:t>
            </a:r>
          </a:p>
          <a:p>
            <a:r>
              <a:t>主角向右逃跑，撞碎巨镜，发现镜背旧字：“夺来的色彩只能造出倒影，赠予的色彩才能唤回生命。”听完她的经历，主角仍带着怒意，却不肯用她的消失换取独自离开，于是亲手交出红、蓝、绿。</a:t>
            </a:r>
          </a:p>
          <a:p>
            <a:r>
              <a:t>颜色不再属于主角，却成为另一个人的生命。darksky 恢复自己的墨蓝短发与含泪的蓝眼睛，第一次拥有真实的体温。这一次，她伸出的手没有穿过镜面，而是落进主角的怀抱。她在最后说出真名，两人携手离开。</a:t>
            </a:r>
          </a:p>
          <a:p>
            <a:r>
              <a:t>演讲收束语：她曾把一个人的背影等成整座世界的黄昏；最终，有人回过头，亲手把她带回人间。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同一座哥特教堂的建筑骨架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B11">
              <a:alpha val="9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38328"/>
            <a:ext cx="137160" cy="25603"/>
          </a:xfrm>
          <a:prstGeom prst="rect">
            <a:avLst/>
          </a:prstGeom>
          <a:solidFill>
            <a:srgbClr val="FF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38328"/>
            <a:ext cx="137160" cy="25603"/>
          </a:xfrm>
          <a:prstGeom prst="rect">
            <a:avLst/>
          </a:prstGeom>
          <a:solidFill>
            <a:srgbClr val="59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38328"/>
            <a:ext cx="137160" cy="25603"/>
          </a:xfrm>
          <a:prstGeom prst="rect">
            <a:avLst/>
          </a:prstGeom>
          <a:solidFill>
            <a:srgbClr val="73E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57784"/>
            <a:ext cx="6400800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16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zh-CN">
                <a:solidFill>
                  <a:srgbClr val="E8EAF0"/>
                </a:solidFill>
                <a:latin typeface="Noto Serif CJK SC"/>
                <a:ea typeface="Noto Serif CJK SC"/>
              </a:rPr>
              <a:t>镜尽余色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107899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6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 lang="zh-CN">
                <a:solidFill>
                  <a:srgbClr val="BBC2CE"/>
                </a:solidFill>
                <a:latin typeface="Noto Serif CJK SC"/>
                <a:ea typeface="Noto Serif CJK SC"/>
              </a:rPr>
              <a:t>把镜子翻成道路，把半拍走成同行。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566928"/>
            <a:ext cx="2377440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>
                <a:solidFill>
                  <a:srgbClr val="7D8798"/>
                </a:solidFill>
                <a:latin typeface="Noto Sans CJK SC"/>
                <a:ea typeface="Noto Sans CJK SC"/>
              </a:rPr>
              <a:t>核心玩法  /  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75104"/>
            <a:ext cx="3550919" cy="4005072"/>
          </a:xfrm>
          <a:prstGeom prst="rect">
            <a:avLst/>
          </a:prstGeom>
          <a:solidFill>
            <a:srgbClr val="10151D">
              <a:alpha val="97000"/>
            </a:srgbClr>
          </a:solidFill>
          <a:ln w="889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镜像翻转 · 分身接力：最新游戏实机画面，隐藏 HUD 以清楚展示机关。"/>
          <p:cNvPicPr>
            <a:picLocks noChangeAspect="1"/>
          </p:cNvPicPr>
          <p:nvPr/>
        </p:nvPicPr>
        <p:blipFill>
          <a:blip r:embed="rId3"/>
          <a:srcRect l="10417" t="8333" r="6250" b="8333"/>
          <a:stretch>
            <a:fillRect/>
          </a:stretch>
        </p:blipFill>
        <p:spPr>
          <a:xfrm>
            <a:off x="548640" y="1975104"/>
            <a:ext cx="3550919" cy="199704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76656" y="2103120"/>
            <a:ext cx="1572768" cy="274320"/>
          </a:xfrm>
          <a:prstGeom prst="rect">
            <a:avLst/>
          </a:prstGeom>
          <a:solidFill>
            <a:srgbClr val="080B11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148840"/>
            <a:ext cx="1417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E4E8EF"/>
                </a:solidFill>
                <a:latin typeface="Noto Sans CJK SC"/>
                <a:ea typeface="Noto Sans CJK SC"/>
              </a:rPr>
              <a:t>01  /  半拍同行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4160520"/>
            <a:ext cx="402336" cy="25603"/>
          </a:xfrm>
          <a:prstGeom prst="rect">
            <a:avLst/>
          </a:prstGeom>
          <a:solidFill>
            <a:srgbClr val="FF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315968"/>
            <a:ext cx="3148583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 lang="zh-CN">
                <a:solidFill>
                  <a:srgbClr val="E8EAF0"/>
                </a:solidFill>
                <a:latin typeface="Noto Serif CJK SC"/>
                <a:ea typeface="Noto Serif CJK SC"/>
              </a:rPr>
              <a:t>镜像翻转 · 分身接力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828032"/>
            <a:ext cx="3148583" cy="10241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按 M 翻面，重力随之倒转。</a:t>
            </a:r>
          </a:p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分身晚 0.42 秒跟随，不共享跳跃。</a:t>
            </a:r>
          </a:p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折返半步，让双板同时亮起。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540" y="1975104"/>
            <a:ext cx="3550919" cy="4005072"/>
          </a:xfrm>
          <a:prstGeom prst="rect">
            <a:avLst/>
          </a:prstGeom>
          <a:solidFill>
            <a:srgbClr val="10151D">
              <a:alpha val="97000"/>
            </a:srgbClr>
          </a:solidFill>
          <a:ln w="889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推镜传送 · 改写落点：最新游戏实机画面，隐藏 HUD 以清楚展示机关。"/>
          <p:cNvPicPr>
            <a:picLocks noChangeAspect="1"/>
          </p:cNvPicPr>
          <p:nvPr/>
        </p:nvPicPr>
        <p:blipFill>
          <a:blip r:embed="rId4"/>
          <a:srcRect l="16667" t="8333" b="8333"/>
          <a:stretch>
            <a:fillRect/>
          </a:stretch>
        </p:blipFill>
        <p:spPr>
          <a:xfrm>
            <a:off x="4320540" y="1975104"/>
            <a:ext cx="3550919" cy="199704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48555" y="2103120"/>
            <a:ext cx="1572768" cy="274320"/>
          </a:xfrm>
          <a:prstGeom prst="rect">
            <a:avLst/>
          </a:prstGeom>
          <a:solidFill>
            <a:srgbClr val="080B11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0852" y="2148840"/>
            <a:ext cx="1417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E4E8EF"/>
                </a:solidFill>
                <a:latin typeface="Noto Sans CJK SC"/>
                <a:ea typeface="Noto Sans CJK SC"/>
              </a:rPr>
              <a:t>02  /  镜面为路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0852" y="4160520"/>
            <a:ext cx="402336" cy="25603"/>
          </a:xfrm>
          <a:prstGeom prst="rect">
            <a:avLst/>
          </a:prstGeom>
          <a:solidFill>
            <a:srgbClr val="59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0852" y="4315968"/>
            <a:ext cx="3148583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 lang="zh-CN">
                <a:solidFill>
                  <a:srgbClr val="E8EAF0"/>
                </a:solidFill>
                <a:latin typeface="Noto Serif CJK SC"/>
                <a:ea typeface="Noto Serif CJK SC"/>
              </a:rPr>
              <a:t>推镜传送 · 改写落点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852" y="4828032"/>
            <a:ext cx="3148583" cy="10241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A / D 推镜，E 穿镜。</a:t>
            </a:r>
          </a:p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镜面的位置，决定另一侧的出口。</a:t>
            </a:r>
          </a:p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推一步，天堑也能成为归途。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1975104"/>
            <a:ext cx="3550919" cy="4005072"/>
          </a:xfrm>
          <a:prstGeom prst="rect">
            <a:avLst/>
          </a:prstGeom>
          <a:solidFill>
            <a:srgbClr val="10151D">
              <a:alpha val="97000"/>
            </a:srgbClr>
          </a:solidFill>
          <a:ln w="889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影子封印 · 三色光路：最新游戏实机画面，隐藏 HUD 以清楚展示机关。"/>
          <p:cNvPicPr>
            <a:picLocks noChangeAspect="1"/>
          </p:cNvPicPr>
          <p:nvPr/>
        </p:nvPicPr>
        <p:blipFill>
          <a:blip r:embed="rId5"/>
          <a:srcRect l="15625" t="8333" r="1042" b="8333"/>
          <a:stretch>
            <a:fillRect/>
          </a:stretch>
        </p:blipFill>
        <p:spPr>
          <a:xfrm>
            <a:off x="8092440" y="1975104"/>
            <a:ext cx="3550919" cy="199704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220456" y="2103120"/>
            <a:ext cx="1572768" cy="274320"/>
          </a:xfrm>
          <a:prstGeom prst="rect">
            <a:avLst/>
          </a:prstGeom>
          <a:solidFill>
            <a:srgbClr val="080B11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148840"/>
            <a:ext cx="14173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 lang="zh-CN">
                <a:solidFill>
                  <a:srgbClr val="E4E8EF"/>
                </a:solidFill>
                <a:latin typeface="Noto Sans CJK SC"/>
                <a:ea typeface="Noto Sans CJK SC"/>
              </a:rPr>
              <a:t>03  /  齐光开门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02752" y="4160520"/>
            <a:ext cx="402336" cy="25603"/>
          </a:xfrm>
          <a:prstGeom prst="rect">
            <a:avLst/>
          </a:prstGeom>
          <a:solidFill>
            <a:srgbClr val="73E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4315968"/>
            <a:ext cx="3148583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15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 lang="zh-CN">
                <a:solidFill>
                  <a:srgbClr val="E8EAF0"/>
                </a:solidFill>
                <a:latin typeface="Noto Serif CJK SC"/>
                <a:ea typeface="Noto Serif CJK SC"/>
              </a:rPr>
              <a:t>影子封印 · 三色光路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828032"/>
            <a:ext cx="3148583" cy="10241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让倒影踩亮三枚专属封印。</a:t>
            </a:r>
          </a:p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调镜接通三色，再完成双板配合。</a:t>
            </a:r>
          </a:p>
          <a:p>
            <a:pPr algn="l">
              <a:lnSpc>
                <a:spcPts val="235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一个人的出口，要由两人打开。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318504"/>
            <a:ext cx="11091672" cy="10972"/>
          </a:xfrm>
          <a:prstGeom prst="rect">
            <a:avLst/>
          </a:prstGeom>
          <a:solidFill>
            <a:srgbClr val="313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446520"/>
            <a:ext cx="12527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>
                <a:solidFill>
                  <a:srgbClr val="7D8798"/>
                </a:solidFill>
                <a:latin typeface="Noto Sans CJK SC"/>
                <a:ea typeface="Noto Sans CJK SC"/>
              </a:rPr>
              <a:t>灰白启程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4208" y="6437376"/>
            <a:ext cx="320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zh-CN">
                <a:solidFill>
                  <a:srgbClr val="7D8798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34" name="Diamond 33"/>
          <p:cNvSpPr/>
          <p:nvPr/>
        </p:nvSpPr>
        <p:spPr>
          <a:xfrm>
            <a:off x="2011680" y="6460236"/>
            <a:ext cx="137160" cy="173736"/>
          </a:xfrm>
          <a:prstGeom prst="diamond">
            <a:avLst/>
          </a:prstGeom>
          <a:solidFill>
            <a:srgbClr val="FF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2240280" y="6460236"/>
            <a:ext cx="137160" cy="173736"/>
          </a:xfrm>
          <a:prstGeom prst="diamond">
            <a:avLst/>
          </a:prstGeom>
          <a:solidFill>
            <a:srgbClr val="59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2468880" y="6460236"/>
            <a:ext cx="137160" cy="173736"/>
          </a:xfrm>
          <a:prstGeom prst="diamond">
            <a:avLst/>
          </a:prstGeom>
          <a:solidFill>
            <a:srgbClr val="73E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6352" y="644652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>
                <a:solidFill>
                  <a:srgbClr val="7D8798"/>
                </a:solidFill>
                <a:latin typeface="Noto Sans CJK SC"/>
                <a:ea typeface="Noto Sans CJK SC"/>
              </a:rPr>
              <a:t>找回三色，穿过四个世界。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6446520"/>
            <a:ext cx="235915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zh-CN">
                <a:solidFill>
                  <a:srgbClr val="7D8798"/>
                </a:solidFill>
                <a:latin typeface="Noto Sans CJK SC"/>
                <a:ea typeface="Noto Sans CJK SC"/>
              </a:rPr>
              <a:t>游戏实机 · 机制概览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恢复墨蓝短发与真实身体的 darksky 与主角拥抱，红蓝绿三色光环绕她们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gradFill rotWithShape="1">
            <a:gsLst>
              <a:gs pos="0">
                <a:srgbClr val="080B11">
                  <a:alpha val="97000"/>
                </a:srgbClr>
              </a:gs>
              <a:gs pos="45000">
                <a:srgbClr val="080B11">
                  <a:alpha val="95000"/>
                </a:srgbClr>
              </a:gs>
              <a:gs pos="51000">
                <a:srgbClr val="080B11">
                  <a:alpha val="82000"/>
                </a:srgbClr>
              </a:gs>
              <a:gs pos="60000">
                <a:srgbClr val="080B11">
                  <a:alpha val="16000"/>
                </a:srgbClr>
              </a:gs>
              <a:gs pos="71000">
                <a:srgbClr val="080B11">
                  <a:alpha val="0"/>
                </a:srgbClr>
              </a:gs>
              <a:gs pos="100000">
                <a:srgbClr val="080B11">
                  <a:alpha val="0"/>
                </a:srgbClr>
              </a:gs>
            </a:gsLst>
            <a:lin ang="0" scaled="1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38328"/>
            <a:ext cx="137160" cy="25603"/>
          </a:xfrm>
          <a:prstGeom prst="rect">
            <a:avLst/>
          </a:prstGeom>
          <a:solidFill>
            <a:srgbClr val="FF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38328"/>
            <a:ext cx="137160" cy="25603"/>
          </a:xfrm>
          <a:prstGeom prst="rect">
            <a:avLst/>
          </a:prstGeom>
          <a:solidFill>
            <a:srgbClr val="59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38328"/>
            <a:ext cx="137160" cy="25603"/>
          </a:xfrm>
          <a:prstGeom prst="rect">
            <a:avLst/>
          </a:prstGeom>
          <a:solidFill>
            <a:srgbClr val="73E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57784"/>
            <a:ext cx="6583680" cy="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 lang="zh-CN">
                <a:solidFill>
                  <a:srgbClr val="BBC2CE"/>
                </a:solidFill>
                <a:latin typeface="Noto Sans CJK SC"/>
                <a:ea typeface="Noto Sans CJK SC"/>
              </a:rPr>
              <a:t>镜尽余色  /  darksky 的迟来新生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5760720" cy="932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2820" b="1" i="0" lang="zh-CN">
                <a:solidFill>
                  <a:srgbClr val="E8EAF0"/>
                </a:solidFill>
                <a:latin typeface="Noto Serif CJK SC"/>
                <a:ea typeface="Noto Serif CJK SC"/>
              </a:rPr>
              <a:t>她在镜中耗尽岁月，</a:t>
            </a:r>
          </a:p>
          <a:p>
            <a:pPr algn="l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sz="2820" b="1" i="0" lang="zh-CN">
                <a:solidFill>
                  <a:srgbClr val="E8EAF0"/>
                </a:solidFill>
                <a:latin typeface="Noto Serif CJK SC"/>
                <a:ea typeface="Noto Serif CJK SC"/>
              </a:rPr>
              <a:t>你用余色，把她还给人间。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" y="2327148"/>
            <a:ext cx="45720" cy="146304"/>
          </a:xfrm>
          <a:prstGeom prst="rect">
            <a:avLst/>
          </a:prstGeom>
          <a:solidFill>
            <a:srgbClr val="FF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67712"/>
            <a:ext cx="4892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 lang="zh-CN">
                <a:solidFill>
                  <a:srgbClr val="FF637E"/>
                </a:solidFill>
                <a:latin typeface="Noto Sans CJK SC"/>
                <a:ea typeface="Noto Sans CJK SC"/>
              </a:rPr>
              <a:t>被遗忘的等待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15184"/>
            <a:ext cx="516636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教堂吞掉了她的归途，岁月一点点抽走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她的色彩与体温。她等到身体只剩轮廓，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才等来第二个坠入镜中的女孩。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" y="3634740"/>
            <a:ext cx="45720" cy="146304"/>
          </a:xfrm>
          <a:prstGeom prst="rect">
            <a:avLst/>
          </a:prstGeom>
          <a:solidFill>
            <a:srgbClr val="59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4892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 lang="zh-CN">
                <a:solidFill>
                  <a:srgbClr val="59CFFF"/>
                </a:solidFill>
                <a:latin typeface="Noto Sans CJK SC"/>
                <a:ea typeface="Noto Sans CJK SC"/>
              </a:rPr>
              <a:t>害怕再被留下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22776"/>
            <a:ext cx="516636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她借来主角的模样，陪她找回三色。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可门只认活人的颜色，光仍穿过她的手。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绝望终于把陪伴扭成追赶——她想夺走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颜色，抓住最后一条不被遗忘的路。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" y="5070348"/>
            <a:ext cx="45720" cy="146304"/>
          </a:xfrm>
          <a:prstGeom prst="rect">
            <a:avLst/>
          </a:prstGeom>
          <a:solidFill>
            <a:srgbClr val="73E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10912"/>
            <a:ext cx="4892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 lang="zh-CN">
                <a:solidFill>
                  <a:srgbClr val="73E2A5"/>
                </a:solidFill>
                <a:latin typeface="Noto Sans CJK SC"/>
                <a:ea typeface="Noto Sans CJK SC"/>
              </a:rPr>
              <a:t>赠予之后，终于新生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58384"/>
            <a:ext cx="516636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巨镜碎裂，旧字写着：夺取只能造出倒影，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赠予才能唤回生命。主角放下掌心三色，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换她重新拥有自己的模样与温度。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这次伸手，终于落进一个真实的拥抱。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9712" y="5687568"/>
            <a:ext cx="4754880" cy="813816"/>
          </a:xfrm>
          <a:prstGeom prst="rect">
            <a:avLst/>
          </a:prstGeom>
          <a:solidFill>
            <a:srgbClr val="080B11">
              <a:alpha val="7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2592" y="5797296"/>
            <a:ext cx="438912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7"/>
              </a:lnSpc>
              <a:spcBef>
                <a:spcPts val="0"/>
              </a:spcBef>
              <a:spcAft>
                <a:spcPts val="0"/>
              </a:spcAft>
            </a:pPr>
            <a:r>
              <a:rPr sz="2180" b="1" i="0" lang="zh-CN">
                <a:solidFill>
                  <a:srgbClr val="E8EAF0"/>
                </a:solidFill>
                <a:latin typeface="Noto Serif CJK SC"/>
                <a:ea typeface="Noto Serif CJK SC"/>
              </a:rPr>
              <a:t>“……对了，我叫 darksky。”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6245352"/>
            <a:ext cx="43891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zh-CN">
                <a:solidFill>
                  <a:srgbClr val="D4D9E2"/>
                </a:solidFill>
                <a:latin typeface="Noto Sans CJK SC"/>
                <a:ea typeface="Noto Sans CJK SC"/>
              </a:rPr>
              <a:t>她们握紧彼此的手，一同走出教堂。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" y="6629400"/>
            <a:ext cx="640080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 lang="zh-CN">
                <a:solidFill>
                  <a:srgbClr val="7D8798"/>
                </a:solidFill>
                <a:latin typeface="Noto Sans CJK SC"/>
                <a:ea typeface="Noto Sans CJK SC"/>
              </a:rPr>
              <a:t>剧情概述 · 从无尽等待，到有温度的新生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88168" y="6629400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 lang="zh-CN">
                <a:solidFill>
                  <a:srgbClr val="ADB5C2"/>
                </a:solidFill>
                <a:latin typeface="Noto Sans CJK SC"/>
                <a:ea typeface="Noto Sans CJK SC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镜尽余色｜玩法与剧情</dc:title>
  <dc:subject>两页游戏介绍：核心玩法与 darksky 的重生</dc:subject>
  <dc:creator>镜尽余色</dc:creator>
  <cp:keywords>镜尽余色,darksky,镜像解谜,游戏介绍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